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690c7e2cf8477c" /><Relationship Type="http://schemas.openxmlformats.org/officeDocument/2006/relationships/extended-properties" Target="/docProps/app.xml" Id="R74ff264d121d4e6a" /><Relationship Type="http://schemas.openxmlformats.org/officeDocument/2006/relationships/officeDocument" Target="/ppt/presentation.xml" Id="R758daa1fad3c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174ae8c64f44d9"/>
  </p:sldMasterIdLst>
  <p:notesMasterIdLst>
    <p:notesMasterId xmlns:r="http://schemas.openxmlformats.org/officeDocument/2006/relationships" r:id="Rb1a58b878b434202"/>
  </p:notesMasterIdLst>
  <p:sldIdLst>
    <p:sldId xmlns:r="http://schemas.openxmlformats.org/officeDocument/2006/relationships" id="256" r:id="Rcfd9d895750440b6"/>
    <p:sldId xmlns:r="http://schemas.openxmlformats.org/officeDocument/2006/relationships" id="257" r:id="R5aa5af56a172496d"/>
    <p:sldId xmlns:r="http://schemas.openxmlformats.org/officeDocument/2006/relationships" id="258" r:id="R798b77ab1aab455c"/>
    <p:sldId xmlns:r="http://schemas.openxmlformats.org/officeDocument/2006/relationships" id="259" r:id="Radbeeb41e7d34d1b"/>
    <p:sldId xmlns:r="http://schemas.openxmlformats.org/officeDocument/2006/relationships" id="260" r:id="R5c00b1d99cc245a3"/>
    <p:sldId xmlns:r="http://schemas.openxmlformats.org/officeDocument/2006/relationships" id="261" r:id="Ra99812afc50a4963"/>
    <p:sldId xmlns:r="http://schemas.openxmlformats.org/officeDocument/2006/relationships" id="262" r:id="R71b64f53e62d4fa6"/>
    <p:sldId xmlns:r="http://schemas.openxmlformats.org/officeDocument/2006/relationships" id="263" r:id="Rdce9be4e4adf4207"/>
    <p:sldId xmlns:r="http://schemas.openxmlformats.org/officeDocument/2006/relationships" id="264" r:id="R36b741042054434a"/>
    <p:sldId xmlns:r="http://schemas.openxmlformats.org/officeDocument/2006/relationships" id="265" r:id="R67c2392261d64641"/>
    <p:sldId xmlns:r="http://schemas.openxmlformats.org/officeDocument/2006/relationships" id="266" r:id="R1bb4c4e2b1a64920"/>
    <p:sldId xmlns:r="http://schemas.openxmlformats.org/officeDocument/2006/relationships" id="267" r:id="Raea33ede28e7478f"/>
    <p:sldId xmlns:r="http://schemas.openxmlformats.org/officeDocument/2006/relationships" id="268" r:id="Rde945e476b134ecd"/>
    <p:sldId xmlns:r="http://schemas.openxmlformats.org/officeDocument/2006/relationships" id="269" r:id="Rec9791eaa6594c1c"/>
    <p:sldId xmlns:r="http://schemas.openxmlformats.org/officeDocument/2006/relationships" id="270" r:id="Rd894b15021fe4c2a"/>
    <p:sldId xmlns:r="http://schemas.openxmlformats.org/officeDocument/2006/relationships" id="271" r:id="R75fc9013f8774f8e"/>
    <p:sldId xmlns:r="http://schemas.openxmlformats.org/officeDocument/2006/relationships" id="272" r:id="R272fa6cce1dd4f78"/>
    <p:sldId xmlns:r="http://schemas.openxmlformats.org/officeDocument/2006/relationships" id="273" r:id="Re1f320477ab24b66"/>
    <p:sldId xmlns:r="http://schemas.openxmlformats.org/officeDocument/2006/relationships" id="274" r:id="R7cc0d703a2634ee9"/>
    <p:sldId xmlns:r="http://schemas.openxmlformats.org/officeDocument/2006/relationships" id="275" r:id="Rb05edb8728e64e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3ee42ee8d84f8e" /><Relationship Type="http://schemas.openxmlformats.org/officeDocument/2006/relationships/slideMaster" Target="/ppt/slideMasters/slideMaster1.xml" Id="Rec174ae8c64f44d9" /><Relationship Type="http://schemas.openxmlformats.org/officeDocument/2006/relationships/notesMaster" Target="/ppt/notesMasters/notesMaster1.xml" Id="Rb1a58b878b434202" /><Relationship Type="http://schemas.openxmlformats.org/officeDocument/2006/relationships/presProps" Target="/ppt/presProps.xml" Id="R78af45a93fb14034" /><Relationship Type="http://schemas.openxmlformats.org/officeDocument/2006/relationships/tableStyles" Target="/ppt/tableStyles.xml" Id="R2133fcf071ec4419" /><Relationship Type="http://schemas.openxmlformats.org/officeDocument/2006/relationships/slide" Target="/ppt/slides/slide1.xml" Id="Rcfd9d895750440b6" /><Relationship Type="http://schemas.openxmlformats.org/officeDocument/2006/relationships/slide" Target="/ppt/slides/slide2.xml" Id="R5aa5af56a172496d" /><Relationship Type="http://schemas.openxmlformats.org/officeDocument/2006/relationships/slide" Target="/ppt/slides/slide3.xml" Id="R798b77ab1aab455c" /><Relationship Type="http://schemas.openxmlformats.org/officeDocument/2006/relationships/slide" Target="/ppt/slides/slide4.xml" Id="Radbeeb41e7d34d1b" /><Relationship Type="http://schemas.openxmlformats.org/officeDocument/2006/relationships/slide" Target="/ppt/slides/slide5.xml" Id="R5c00b1d99cc245a3" /><Relationship Type="http://schemas.openxmlformats.org/officeDocument/2006/relationships/slide" Target="/ppt/slides/slide6.xml" Id="Ra99812afc50a4963" /><Relationship Type="http://schemas.openxmlformats.org/officeDocument/2006/relationships/slide" Target="/ppt/slides/slide7.xml" Id="R71b64f53e62d4fa6" /><Relationship Type="http://schemas.openxmlformats.org/officeDocument/2006/relationships/slide" Target="/ppt/slides/slide8.xml" Id="Rdce9be4e4adf4207" /><Relationship Type="http://schemas.openxmlformats.org/officeDocument/2006/relationships/slide" Target="/ppt/slides/slide9.xml" Id="R36b741042054434a" /><Relationship Type="http://schemas.openxmlformats.org/officeDocument/2006/relationships/slide" Target="/ppt/slides/slide10.xml" Id="R67c2392261d64641" /><Relationship Type="http://schemas.openxmlformats.org/officeDocument/2006/relationships/slide" Target="/ppt/slides/slide11.xml" Id="R1bb4c4e2b1a64920" /><Relationship Type="http://schemas.openxmlformats.org/officeDocument/2006/relationships/slide" Target="/ppt/slides/slide12.xml" Id="Raea33ede28e7478f" /><Relationship Type="http://schemas.openxmlformats.org/officeDocument/2006/relationships/slide" Target="/ppt/slides/slide13.xml" Id="Rde945e476b134ecd" /><Relationship Type="http://schemas.openxmlformats.org/officeDocument/2006/relationships/slide" Target="/ppt/slides/slide14.xml" Id="Rec9791eaa6594c1c" /><Relationship Type="http://schemas.openxmlformats.org/officeDocument/2006/relationships/slide" Target="/ppt/slides/slide15.xml" Id="Rd894b15021fe4c2a" /><Relationship Type="http://schemas.openxmlformats.org/officeDocument/2006/relationships/slide" Target="/ppt/slides/slide16.xml" Id="R75fc9013f8774f8e" /><Relationship Type="http://schemas.openxmlformats.org/officeDocument/2006/relationships/slide" Target="/ppt/slides/slide17.xml" Id="R272fa6cce1dd4f78" /><Relationship Type="http://schemas.openxmlformats.org/officeDocument/2006/relationships/slide" Target="/ppt/slides/slide18.xml" Id="Re1f320477ab24b66" /><Relationship Type="http://schemas.openxmlformats.org/officeDocument/2006/relationships/slide" Target="/ppt/slides/slide19.xml" Id="R7cc0d703a2634ee9" /><Relationship Type="http://schemas.openxmlformats.org/officeDocument/2006/relationships/slide" Target="/ppt/slides/slide20.xml" Id="Rb05edb8728e64e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874837eb4d4e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fe2641f8524cb5" /><Relationship Type="http://schemas.openxmlformats.org/officeDocument/2006/relationships/notesMaster" Target="/ppt/notesMasters/notesMaster1.xml" Id="R452e9d5fc8fc47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eb7f6984734dc3" /><Relationship Type="http://schemas.openxmlformats.org/officeDocument/2006/relationships/notesMaster" Target="/ppt/notesMasters/notesMaster1.xml" Id="R013d8a3188744e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44a267a1614b7e" /><Relationship Type="http://schemas.openxmlformats.org/officeDocument/2006/relationships/notesMaster" Target="/ppt/notesMasters/notesMaster1.xml" Id="R9796c1f5c6064b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5b1cfb640f413d" /><Relationship Type="http://schemas.openxmlformats.org/officeDocument/2006/relationships/notesMaster" Target="/ppt/notesMasters/notesMaster1.xml" Id="R8ea9e32b0b964b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50d5dfb4cd4622" /><Relationship Type="http://schemas.openxmlformats.org/officeDocument/2006/relationships/notesMaster" Target="/ppt/notesMasters/notesMaster1.xml" Id="R73217a71b0f844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fb38a7d4d944f9" /><Relationship Type="http://schemas.openxmlformats.org/officeDocument/2006/relationships/notesMaster" Target="/ppt/notesMasters/notesMaster1.xml" Id="R46e1ee4bf1144a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03810c72a543d7" /><Relationship Type="http://schemas.openxmlformats.org/officeDocument/2006/relationships/notesMaster" Target="/ppt/notesMasters/notesMaster1.xml" Id="Re4c0bd7eb9cf42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f4abc1e62242a8" /><Relationship Type="http://schemas.openxmlformats.org/officeDocument/2006/relationships/notesMaster" Target="/ppt/notesMasters/notesMaster1.xml" Id="Ra2d2cfd29ec14e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429c986a1c48cd" /><Relationship Type="http://schemas.openxmlformats.org/officeDocument/2006/relationships/notesMaster" Target="/ppt/notesMasters/notesMaster1.xml" Id="Rf951fa6771c840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d5e19e753b48b5" /><Relationship Type="http://schemas.openxmlformats.org/officeDocument/2006/relationships/notesMaster" Target="/ppt/notesMasters/notesMaster1.xml" Id="Rc4d7ebaeb99b4e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4c644e9add4cf4" /><Relationship Type="http://schemas.openxmlformats.org/officeDocument/2006/relationships/notesMaster" Target="/ppt/notesMasters/notesMaster1.xml" Id="R8d28cee7ea4948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c1a42273d0404c" /><Relationship Type="http://schemas.openxmlformats.org/officeDocument/2006/relationships/notesMaster" Target="/ppt/notesMasters/notesMaster1.xml" Id="Ra6d5d61059504e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91f9cf120a4906" /><Relationship Type="http://schemas.openxmlformats.org/officeDocument/2006/relationships/notesMaster" Target="/ppt/notesMasters/notesMaster1.xml" Id="R7c3f0defa4904d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6b75329001484d" /><Relationship Type="http://schemas.openxmlformats.org/officeDocument/2006/relationships/notesMaster" Target="/ppt/notesMasters/notesMaster1.xml" Id="R071cc35f23e440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face9c2fca4b11" /><Relationship Type="http://schemas.openxmlformats.org/officeDocument/2006/relationships/notesMaster" Target="/ppt/notesMasters/notesMaster1.xml" Id="R93c191755cf741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9f178305a244a5" /><Relationship Type="http://schemas.openxmlformats.org/officeDocument/2006/relationships/notesMaster" Target="/ppt/notesMasters/notesMaster1.xml" Id="R16a36d5facaf4d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efc95fa7bc4ba1" /><Relationship Type="http://schemas.openxmlformats.org/officeDocument/2006/relationships/notesMaster" Target="/ppt/notesMasters/notesMaster1.xml" Id="R5651a751885242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43471aff0e46bc" /><Relationship Type="http://schemas.openxmlformats.org/officeDocument/2006/relationships/notesMaster" Target="/ppt/notesMasters/notesMaster1.xml" Id="R0783ee562c4d40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faa789aa72b4be0" /><Relationship Type="http://schemas.openxmlformats.org/officeDocument/2006/relationships/notesMaster" Target="/ppt/notesMasters/notesMaster1.xml" Id="R70648d433ab248f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3cb50db5c294f5f" /><Relationship Type="http://schemas.openxmlformats.org/officeDocument/2006/relationships/notesMaster" Target="/ppt/notesMasters/notesMaster1.xml" Id="R69df81b8756c4a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ابدأ العرض باعتباره نقاشا إداريا وليس عرضا تقنيا فقط.</a:t>
            </a:r>
          </a:p>
          <a:p xmlns:a="http://schemas.openxmlformats.org/drawingml/2006/main">
            <a:r>
              <a:t>سنبدأ بمفهوم تخطيط الموارد، ثم نركز على كيف يدعم النظام الشركة مع جعل الإعاشة محور القصة التشغيلية.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استخدم هذه الشريحة لتوضيح أن العرض مركز ومحدد بالوقت.</a:t>
            </a:r>
          </a:p>
          <a:p xmlns:a="http://schemas.openxmlformats.org/drawingml/2006/main">
            <a:r>
              <a:t>أكد أن الجولة ستكون موجهة لنشاط الإعاشة لأنه خط العمل الرئيسي للشركة.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اشرح أن تخطيط الموارد ليس برنامجا منفصلا، بل طريقة لإدارة الشركة من مصدر واحد.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اربط المشكلات بالحاجة الإدارية للرؤية والتحكم والاتساق.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انتقل من هنا إلى فكرة خطوط الأعمال.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هذه هي شريحة الخمس دقائق الخاصة بخطوط الأعمال.</a:t>
            </a:r>
          </a:p>
          <a:p xmlns:a="http://schemas.openxmlformats.org/drawingml/2006/main">
            <a:r>
              <a:t>أكد أن الإعاشة هي خط العمل الرئيسي، لكنها تستفيد من المالية والموارد البشرية والمشتريات والأسطول والمستندات والأمان.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اربط الإعاشة بالانضباط اليومي وليس فقط بإدخال البيانات.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قدم جولة الإعاشة كدورة تشغيلية متكاملة: عقد، تخطيط، تنفيذ، مراجعة.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ابدأ العرض الحي بالمنظمة والأمان بشكل مختصر.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افتح لوحة الإعاشة وتحدث عن الرؤية الإدارية.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اشرح أن التشغيل الجيد يبدأ من التزامات منظمة.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اعرض الوجبات كعنصر التخطيط الذي يربط العقد بالتنفيذ.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اشرح أهمية الرؤية حسب الموقع في التنفيذ الميداني.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خصص وقتا واضحا لهذه الشاشة في العرض الحي.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اربط ذلك بالأسطول والموارد البشرية كوحدات داعمة.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قدم التقارير كإغلاق للحلقة التشغيلية وليس كإضافة لاحقة.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اشرح كيف تدعم هذه الوحدات تنفيذ الإعاشة يوميا.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أكد أن هذه الوحدات تكمل الصورة الإدارية حول الإعاشة.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لخص القيمة بلغة الإدارة: تحكم، خدمات مشتركة، حوكمة.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اختم بطلب عملي: اعتماد نطاق المرحلة التجريبية وتجهيز بيانات العرض والاختبار.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0271f020842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a783f12558423f" /><Relationship Type="http://schemas.openxmlformats.org/officeDocument/2006/relationships/slideLayout" Target="/ppt/slideLayouts/slideLayout1.xml" Id="R87b8e951fcef44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b8e951fcef44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3710c584d4605" /><Relationship Type="http://schemas.openxmlformats.org/officeDocument/2006/relationships/image" Target="/ppt/media/image.png" Id="Rea3dd96aa6e94891" /><Relationship Type="http://schemas.openxmlformats.org/officeDocument/2006/relationships/notesSlide" Target="/ppt/notesSlides/notesSlide1.xml" Id="R66e5ab3cf88d47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38faa3a734c69" /><Relationship Type="http://schemas.openxmlformats.org/officeDocument/2006/relationships/image" Target="/ppt/media/image2.png" Id="R5680d41cd9f944d6" /><Relationship Type="http://schemas.openxmlformats.org/officeDocument/2006/relationships/notesSlide" Target="/ppt/notesSlides/notesSlide2.xml" Id="R8ee9ccbf0b134f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6cc71e03441b5" /><Relationship Type="http://schemas.openxmlformats.org/officeDocument/2006/relationships/image" Target="/ppt/media/image3.png" Id="R18755047c4784e73" /><Relationship Type="http://schemas.openxmlformats.org/officeDocument/2006/relationships/notesSlide" Target="/ppt/notesSlides/notesSlide3.xml" Id="Re698d5caaa5b49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390caad2945d2" /><Relationship Type="http://schemas.openxmlformats.org/officeDocument/2006/relationships/image" Target="/ppt/media/image4.png" Id="R01c460b16933440c" /><Relationship Type="http://schemas.openxmlformats.org/officeDocument/2006/relationships/notesSlide" Target="/ppt/notesSlides/notesSlide4.xml" Id="Racf1972a571f48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d7d936154420c" /><Relationship Type="http://schemas.openxmlformats.org/officeDocument/2006/relationships/image" Target="/ppt/media/image5.png" Id="R31f3f0e9c7d64325" /><Relationship Type="http://schemas.openxmlformats.org/officeDocument/2006/relationships/notesSlide" Target="/ppt/notesSlides/notesSlide5.xml" Id="R89b32b01fc8e4e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239613166449c" /><Relationship Type="http://schemas.openxmlformats.org/officeDocument/2006/relationships/image" Target="/ppt/media/image6.png" Id="R0ce22aa83f79480c" /><Relationship Type="http://schemas.openxmlformats.org/officeDocument/2006/relationships/notesSlide" Target="/ppt/notesSlides/notesSlide6.xml" Id="R8d49d28446b34a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a8109444d4695" /><Relationship Type="http://schemas.openxmlformats.org/officeDocument/2006/relationships/image" Target="/ppt/media/image7.png" Id="Raaa04663bbb24397" /><Relationship Type="http://schemas.openxmlformats.org/officeDocument/2006/relationships/notesSlide" Target="/ppt/notesSlides/notesSlide7.xml" Id="Rd64711a825ec4d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e52f79f764d2e" /><Relationship Type="http://schemas.openxmlformats.org/officeDocument/2006/relationships/image" Target="/ppt/media/image8.png" Id="R1c9855da528644dd" /><Relationship Type="http://schemas.openxmlformats.org/officeDocument/2006/relationships/notesSlide" Target="/ppt/notesSlides/notesSlide8.xml" Id="R0cad2e42f0e64e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18c5e72004df3" /><Relationship Type="http://schemas.openxmlformats.org/officeDocument/2006/relationships/image" Target="/ppt/media/image9.png" Id="R1714d4011dc94961" /><Relationship Type="http://schemas.openxmlformats.org/officeDocument/2006/relationships/notesSlide" Target="/ppt/notesSlides/notesSlide9.xml" Id="Rd3744329120b40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0443409a54de4" /><Relationship Type="http://schemas.openxmlformats.org/officeDocument/2006/relationships/image" Target="/ppt/media/image10.png" Id="R1f92c89303ce447f" /><Relationship Type="http://schemas.openxmlformats.org/officeDocument/2006/relationships/notesSlide" Target="/ppt/notesSlides/notesSlide10.xml" Id="Rc90c923f6a554a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540ba0a254658" /><Relationship Type="http://schemas.openxmlformats.org/officeDocument/2006/relationships/image" Target="/ppt/media/image11.png" Id="R40690aec40d24d42" /><Relationship Type="http://schemas.openxmlformats.org/officeDocument/2006/relationships/notesSlide" Target="/ppt/notesSlides/notesSlide11.xml" Id="R8c7667373e3444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c81c1a3ad4297" /><Relationship Type="http://schemas.openxmlformats.org/officeDocument/2006/relationships/image" Target="/ppt/media/image12.png" Id="Ra506dd097c424936" /><Relationship Type="http://schemas.openxmlformats.org/officeDocument/2006/relationships/notesSlide" Target="/ppt/notesSlides/notesSlide12.xml" Id="Rce705bb77a3846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9d8356eb642bc" /><Relationship Type="http://schemas.openxmlformats.org/officeDocument/2006/relationships/image" Target="/ppt/media/image13.png" Id="R03f78fb5e3554bca" /><Relationship Type="http://schemas.openxmlformats.org/officeDocument/2006/relationships/notesSlide" Target="/ppt/notesSlides/notesSlide13.xml" Id="Rcabe9072d23445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f8315efa34757" /><Relationship Type="http://schemas.openxmlformats.org/officeDocument/2006/relationships/image" Target="/ppt/media/image14.png" Id="R6f6e1c60819041d8" /><Relationship Type="http://schemas.openxmlformats.org/officeDocument/2006/relationships/notesSlide" Target="/ppt/notesSlides/notesSlide14.xml" Id="R51a3609e079b47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fdcdac2714e0d" /><Relationship Type="http://schemas.openxmlformats.org/officeDocument/2006/relationships/image" Target="/ppt/media/image15.png" Id="R24d77ce359fd4776" /><Relationship Type="http://schemas.openxmlformats.org/officeDocument/2006/relationships/notesSlide" Target="/ppt/notesSlides/notesSlide15.xml" Id="R4d5ac717e64944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c19f148b44229" /><Relationship Type="http://schemas.openxmlformats.org/officeDocument/2006/relationships/image" Target="/ppt/media/image16.png" Id="R7cdf63d6b88a4e19" /><Relationship Type="http://schemas.openxmlformats.org/officeDocument/2006/relationships/notesSlide" Target="/ppt/notesSlides/notesSlide16.xml" Id="R11a64b7ac5734b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e6dc2b52d4dc7" /><Relationship Type="http://schemas.openxmlformats.org/officeDocument/2006/relationships/image" Target="/ppt/media/image17.png" Id="Rddeac017ce2f4a14" /><Relationship Type="http://schemas.openxmlformats.org/officeDocument/2006/relationships/notesSlide" Target="/ppt/notesSlides/notesSlide17.xml" Id="R8890ed616c0042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25c698cf04b75" /><Relationship Type="http://schemas.openxmlformats.org/officeDocument/2006/relationships/image" Target="/ppt/media/image18.png" Id="Ra055cd4df7454d0b" /><Relationship Type="http://schemas.openxmlformats.org/officeDocument/2006/relationships/notesSlide" Target="/ppt/notesSlides/notesSlide18.xml" Id="Rcf6ef836ef3c48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a9c9f768141ba" /><Relationship Type="http://schemas.openxmlformats.org/officeDocument/2006/relationships/image" Target="/ppt/media/image19.png" Id="R4d2ede6207dc47fa" /><Relationship Type="http://schemas.openxmlformats.org/officeDocument/2006/relationships/notesSlide" Target="/ppt/notesSlides/notesSlide19.xml" Id="Ra657f0f11dd140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d80d29cc44552" /><Relationship Type="http://schemas.openxmlformats.org/officeDocument/2006/relationships/image" Target="/ppt/media/image20.png" Id="Rd9aa9b3e9ace41b0" /><Relationship Type="http://schemas.openxmlformats.org/officeDocument/2006/relationships/notesSlide" Target="/ppt/notesSlides/notesSlide20.xml" Id="R5c259dba07414e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dd96aa6e948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79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0d41cd9f944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63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55047c4784e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80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460b1693344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9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3f0e9c7d643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09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22aa83f7948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464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04663bbb243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225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855da528644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07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4d4011dc949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60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2c89303ce44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354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90aec40d24d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305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6dd097c4249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912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78fb5e3554b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792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e1c60819041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073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77ce359fd47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916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f63d6b88a4e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962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ac017ce2f4a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658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5cd4df7454d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111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ede6207dc47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510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a9b3e9ace41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13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2026-06-24T10:11:38.4030000Z</dcterms:created>
  <dcterms:modified xsi:type="dcterms:W3CDTF">2026-06-24T10:11:38.4040000Z</dcterms:modified>
</coreProperties>
</file>